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AI-Powered Event Management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Assignment 7 – AI Event Management</a:t>
            </a:r>
          </a:p>
          <a:p>
            <a:pPr>
              <a:spcAft>
                <a:spcPts val="1500"/>
              </a:spcAft>
              <a:defRPr sz="2100"/>
            </a:pPr>
            <a:r>
              <a:t>Automating the complete event lifecycle with n8n + AI</a:t>
            </a:r>
          </a:p>
          <a:p>
            <a:pPr>
              <a:spcAft>
                <a:spcPts val="1500"/>
              </a:spcAft>
              <a:defRPr sz="2100"/>
            </a:pPr>
            <a:r>
              <a:t>Registration • Attendance • Communication • Certificates • Feedback •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Organizations conduct conferences, workshops, hackathons and training programs with hundreds of participants.</a:t>
            </a:r>
          </a:p>
          <a:p>
            <a:pPr>
              <a:spcAft>
                <a:spcPts val="1500"/>
              </a:spcAft>
              <a:defRPr sz="2100"/>
            </a:pPr>
            <a:r>
              <a:t>Manual registration, attendance, communication, certificates and feedback create delays and errors.</a:t>
            </a:r>
          </a:p>
          <a:p>
            <a:pPr>
              <a:spcAft>
                <a:spcPts val="1500"/>
              </a:spcAft>
              <a:defRPr sz="2100"/>
            </a:pPr>
            <a:r>
              <a:t>Organizers also struggle to generate timely event-performance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Context &amp; Pain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Large participant volumes make manual tracking difficult.</a:t>
            </a:r>
          </a:p>
          <a:p>
            <a:pPr>
              <a:spcAft>
                <a:spcPts val="1500"/>
              </a:spcAft>
              <a:defRPr sz="2100"/>
            </a:pPr>
            <a:r>
              <a:t>Attendance verification is repetitive and error-prone.</a:t>
            </a:r>
          </a:p>
          <a:p>
            <a:pPr>
              <a:spcAft>
                <a:spcPts val="1500"/>
              </a:spcAft>
              <a:defRPr sz="2100"/>
            </a:pPr>
            <a:r>
              <a:t>Event updates and reminders require repeated communication.</a:t>
            </a:r>
          </a:p>
          <a:p>
            <a:pPr>
              <a:spcAft>
                <a:spcPts val="1500"/>
              </a:spcAft>
              <a:defRPr sz="2100"/>
            </a:pPr>
            <a:r>
              <a:t>Certificate creation and distribution consume staff time.</a:t>
            </a:r>
          </a:p>
          <a:p>
            <a:pPr>
              <a:spcAft>
                <a:spcPts val="1500"/>
              </a:spcAft>
              <a:defRPr sz="2100"/>
            </a:pPr>
            <a:r>
              <a:t>Feedback analysis and reporting are slow when performed manually.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Automate participant registration and attendance.</a:t>
            </a:r>
          </a:p>
          <a:p>
            <a:pPr>
              <a:spcAft>
                <a:spcPts val="1500"/>
              </a:spcAft>
              <a:defRPr sz="2100"/>
            </a:pPr>
            <a:r>
              <a:t>Improve participant and organizer communication.</a:t>
            </a:r>
          </a:p>
          <a:p>
            <a:pPr>
              <a:spcAft>
                <a:spcPts val="1500"/>
              </a:spcAft>
              <a:defRPr sz="2100"/>
            </a:pPr>
            <a:r>
              <a:t>Generate participation certificates automatically.</a:t>
            </a:r>
          </a:p>
          <a:p>
            <a:pPr>
              <a:spcAft>
                <a:spcPts val="1500"/>
              </a:spcAft>
              <a:defRPr sz="2100"/>
            </a:pPr>
            <a:r>
              <a:t>Collect feedback and use AI to classify sentiment.</a:t>
            </a:r>
          </a:p>
          <a:p>
            <a:pPr>
              <a:spcAft>
                <a:spcPts val="1500"/>
              </a:spcAft>
              <a:defRPr sz="2100"/>
            </a:pPr>
            <a:r>
              <a:t>Produce AI-powered event performance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69848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Workflow 1 &amp; 2 — Registration + Attendance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Registration: n8n Form → participant fields → JavaScript → Google Sheets → QR Code API → Gmail.</a:t>
            </a:r>
          </a:p>
          <a:p>
            <a:pPr>
              <a:spcAft>
                <a:spcPts val="1500"/>
              </a:spcAft>
              <a:defRPr sz="2100"/>
            </a:pPr>
            <a:r>
              <a:t>Attendance: form → Google Sheets lookup → IF validation → mark Present → Gmail.</a:t>
            </a:r>
          </a:p>
          <a:p>
            <a:pPr>
              <a:spcAft>
                <a:spcPts val="1500"/>
              </a:spcAft>
              <a:defRPr sz="2100"/>
            </a:pPr>
            <a:r>
              <a:t>Conditional branching handles invalid participant submissions.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Workflow 3 — Organizer Event 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Organizer submits an event update through a form.</a:t>
            </a:r>
          </a:p>
          <a:p>
            <a:pPr>
              <a:spcAft>
                <a:spcPts val="1500"/>
              </a:spcAft>
              <a:defRPr sz="2100"/>
            </a:pPr>
            <a:r>
              <a:t>Update is stored in Google Sheets for traceability.</a:t>
            </a:r>
          </a:p>
          <a:p>
            <a:pPr>
              <a:spcAft>
                <a:spcPts val="1500"/>
              </a:spcAft>
              <a:defRPr sz="2100"/>
            </a:pPr>
            <a:r>
              <a:t>Gmail sends the communication to participants/recipients.</a:t>
            </a:r>
          </a:p>
          <a:p>
            <a:pPr>
              <a:spcAft>
                <a:spcPts val="1500"/>
              </a:spcAft>
              <a:defRPr sz="2100"/>
            </a:pPr>
            <a:r>
              <a:t>Provides an independent workflow that can run whenever an organizer needs to communicate.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Workflow 4 — Feedback &amp; AI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Feedback is captured in Google Sheets.</a:t>
            </a:r>
          </a:p>
          <a:p>
            <a:pPr>
              <a:spcAft>
                <a:spcPts val="1500"/>
              </a:spcAft>
              <a:defRPr sz="2100"/>
            </a:pPr>
            <a:r>
              <a:t>Google Sheets Trigger starts the analysis workflow.</a:t>
            </a:r>
          </a:p>
          <a:p>
            <a:pPr>
              <a:spcAft>
                <a:spcPts val="1500"/>
              </a:spcAft>
              <a:defRPr sz="2100"/>
            </a:pPr>
            <a:r>
              <a:t>OpenAI classifies feedback sentiment as Positive, Negative or Neutral.</a:t>
            </a:r>
          </a:p>
          <a:p>
            <a:pPr>
              <a:spcAft>
                <a:spcPts val="1500"/>
              </a:spcAft>
              <a:defRPr sz="2100"/>
            </a:pPr>
            <a:r>
              <a:t>AI analysis is stored back in Google Sheets for later reporting.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Workflow 5 — Certificate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Workflow retrieves participant data from Google Sheets.</a:t>
            </a:r>
          </a:p>
          <a:p>
            <a:pPr>
              <a:spcAft>
                <a:spcPts val="1500"/>
              </a:spcAft>
              <a:defRPr sz="2100"/>
            </a:pPr>
            <a:r>
              <a:t>Eligibility is checked using an IF condition, such as attendance status.</a:t>
            </a:r>
          </a:p>
          <a:p>
            <a:pPr>
              <a:spcAft>
                <a:spcPts val="1500"/>
              </a:spcAft>
              <a:defRPr sz="2100"/>
            </a:pPr>
            <a:r>
              <a:t>Certificate template is copied and updated with participant information.</a:t>
            </a:r>
          </a:p>
          <a:p>
            <a:pPr>
              <a:spcAft>
                <a:spcPts val="1500"/>
              </a:spcAft>
              <a:defRPr sz="2100"/>
            </a:pPr>
            <a:r>
              <a:t>Certificate record/status is written back to Google Sheets.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Workflow 6 — Event Analytics &amp;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Final workflow retrieves event data from Google Sheets.</a:t>
            </a:r>
          </a:p>
          <a:p>
            <a:pPr>
              <a:spcAft>
                <a:spcPts val="1500"/>
              </a:spcAft>
              <a:defRPr sz="2100"/>
            </a:pPr>
            <a:r>
              <a:t>OpenAI summarizes performance, feedback and key insights.</a:t>
            </a:r>
          </a:p>
          <a:p>
            <a:pPr>
              <a:spcAft>
                <a:spcPts val="1500"/>
              </a:spcAft>
              <a:defRPr sz="2100"/>
            </a:pPr>
            <a:r>
              <a:t>Google Docs is used to create/update the final event report.</a:t>
            </a:r>
          </a:p>
          <a:p>
            <a:pPr>
              <a:spcAft>
                <a:spcPts val="1500"/>
              </a:spcAft>
              <a:defRPr sz="2100"/>
            </a:pPr>
            <a:r>
              <a:t>AI analysis is also stored in the participant/event data sheet.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Results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End-to-end event lifecycle automation.</a:t>
            </a:r>
          </a:p>
          <a:p>
            <a:pPr>
              <a:spcAft>
                <a:spcPts val="1500"/>
              </a:spcAft>
              <a:defRPr sz="2100"/>
            </a:pPr>
            <a:r>
              <a:t>Faster participant communication and attendance processing.</a:t>
            </a:r>
          </a:p>
          <a:p>
            <a:pPr>
              <a:spcAft>
                <a:spcPts val="1500"/>
              </a:spcAft>
              <a:defRPr sz="2100"/>
            </a:pPr>
            <a:r>
              <a:t>Automated certificates reduce repetitive administrative work.</a:t>
            </a:r>
          </a:p>
          <a:p>
            <a:pPr>
              <a:spcAft>
                <a:spcPts val="1500"/>
              </a:spcAft>
              <a:defRPr sz="2100"/>
            </a:pPr>
            <a:r>
              <a:t>AI-powered feedback analysis provides actionable insights.</a:t>
            </a:r>
          </a:p>
          <a:p>
            <a:pPr>
              <a:spcAft>
                <a:spcPts val="1500"/>
              </a:spcAft>
              <a:defRPr sz="2100"/>
            </a:pPr>
            <a:r>
              <a:t>Centralized Google Sheets data supports auditability and reporting.</a:t>
            </a:r>
          </a:p>
          <a:p>
            <a:pPr>
              <a:spcAft>
                <a:spcPts val="1500"/>
              </a:spcAft>
              <a:defRPr sz="2100"/>
            </a:pPr>
            <a:r>
              <a:t>Reduced manual effort and fewer data-entry errors.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The platform demonstrates six interconnected n8n workflows covering the core event lifecycle.</a:t>
            </a:r>
          </a:p>
          <a:p>
            <a:pPr>
              <a:spcAft>
                <a:spcPts val="1500"/>
              </a:spcAft>
              <a:defRPr sz="2100"/>
            </a:pPr>
            <a:r>
              <a:t>Future scope: WhatsApp/SMS, real-time dashboards, payment integration, multi-session events and advanced analytics.</a:t>
            </a:r>
          </a:p>
          <a:p>
            <a:pPr>
              <a:spcAft>
                <a:spcPts val="1500"/>
              </a:spcAft>
              <a:defRPr sz="2100"/>
            </a:pPr>
            <a:r>
              <a:t>Submission package: workflow JSON files + documentation + architecture + README + demo video +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